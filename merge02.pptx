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11430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64C5D-E3CF-4346-9B11-8B49A1DB7B7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25" y="1143000"/>
            <a:ext cx="7715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782CF-9DE4-45D1-9717-A446A0BE7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0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1pPr>
    <a:lvl2pPr marL="416966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2pPr>
    <a:lvl3pPr marL="833933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3pPr>
    <a:lvl4pPr marL="1250899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4pPr>
    <a:lvl5pPr marL="1667866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5pPr>
    <a:lvl6pPr marL="2084832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6pPr>
    <a:lvl7pPr marL="2501798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7pPr>
    <a:lvl8pPr marL="2918765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8pPr>
    <a:lvl9pPr marL="3335731" algn="l" defTabSz="833933" rtl="0" eaLnBrk="1" latinLnBrk="0" hangingPunct="1">
      <a:defRPr sz="109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28625" y="1143000"/>
            <a:ext cx="7715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782CF-9DE4-45D1-9717-A446A0BE7A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5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748242"/>
            <a:ext cx="85725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2401359"/>
            <a:ext cx="85725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5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139826"/>
            <a:ext cx="9858375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3059642"/>
            <a:ext cx="9858375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75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217083"/>
            <a:ext cx="48577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217083"/>
            <a:ext cx="48577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1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243417"/>
            <a:ext cx="9858375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120775"/>
            <a:ext cx="4835425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1670050"/>
            <a:ext cx="483542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120775"/>
            <a:ext cx="4859239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1670050"/>
            <a:ext cx="4859239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2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1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304800"/>
            <a:ext cx="3686472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658284"/>
            <a:ext cx="5786438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371600"/>
            <a:ext cx="3686472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6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304800"/>
            <a:ext cx="3686472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658284"/>
            <a:ext cx="5786438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371600"/>
            <a:ext cx="3686472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8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3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243417"/>
            <a:ext cx="2464594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243417"/>
            <a:ext cx="7250906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8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243417"/>
            <a:ext cx="9858375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217083"/>
            <a:ext cx="9858375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4237567"/>
            <a:ext cx="25717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0305-12BF-4BF6-9732-968EA89D197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4237567"/>
            <a:ext cx="3857625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4237567"/>
            <a:ext cx="25717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9A1CD-5677-4461-A865-625D9B1BE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9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409DB3-7A3E-3EB5-E99E-634E44AD042E}"/>
              </a:ext>
            </a:extLst>
          </p:cNvPr>
          <p:cNvSpPr/>
          <p:nvPr/>
        </p:nvSpPr>
        <p:spPr>
          <a:xfrm>
            <a:off x="44243" y="66370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70E56A-ADA3-65C4-7E01-9F497A2C045E}"/>
              </a:ext>
            </a:extLst>
          </p:cNvPr>
          <p:cNvSpPr/>
          <p:nvPr/>
        </p:nvSpPr>
        <p:spPr>
          <a:xfrm>
            <a:off x="5943600" y="66370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3DBF2F-F5F1-5662-45E0-400D94737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87" y="457200"/>
            <a:ext cx="5486400" cy="41148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CF77D81-AA84-CEF2-07CB-DD9D6C86D5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6114" y="439996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2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3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</dc:creator>
  <cp:lastModifiedBy>nasrin</cp:lastModifiedBy>
  <cp:revision>3</cp:revision>
  <dcterms:created xsi:type="dcterms:W3CDTF">2026-07-04T07:23:10Z</dcterms:created>
  <dcterms:modified xsi:type="dcterms:W3CDTF">2026-08-08T14:58:06Z</dcterms:modified>
</cp:coreProperties>
</file>