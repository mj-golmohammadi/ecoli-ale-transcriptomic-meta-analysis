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82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748242"/>
            <a:ext cx="9144000" cy="1591733"/>
          </a:xfrm>
        </p:spPr>
        <p:txBody>
          <a:bodyPr anchor="b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401359"/>
            <a:ext cx="9144000" cy="1103841"/>
          </a:xfrm>
        </p:spPr>
        <p:txBody>
          <a:bodyPr/>
          <a:lstStyle>
            <a:lvl1pPr marL="0" indent="0" algn="ctr">
              <a:buNone/>
              <a:defRPr sz="1600"/>
            </a:lvl1pPr>
            <a:lvl2pPr marL="304815" indent="0" algn="ctr">
              <a:buNone/>
              <a:defRPr sz="1333"/>
            </a:lvl2pPr>
            <a:lvl3pPr marL="609630" indent="0" algn="ctr">
              <a:buNone/>
              <a:defRPr sz="1200"/>
            </a:lvl3pPr>
            <a:lvl4pPr marL="914446" indent="0" algn="ctr">
              <a:buNone/>
              <a:defRPr sz="1067"/>
            </a:lvl4pPr>
            <a:lvl5pPr marL="1219261" indent="0" algn="ctr">
              <a:buNone/>
              <a:defRPr sz="1067"/>
            </a:lvl5pPr>
            <a:lvl6pPr marL="1524076" indent="0" algn="ctr">
              <a:buNone/>
              <a:defRPr sz="1067"/>
            </a:lvl6pPr>
            <a:lvl7pPr marL="1828891" indent="0" algn="ctr">
              <a:buNone/>
              <a:defRPr sz="1067"/>
            </a:lvl7pPr>
            <a:lvl8pPr marL="2133707" indent="0" algn="ctr">
              <a:buNone/>
              <a:defRPr sz="1067"/>
            </a:lvl8pPr>
            <a:lvl9pPr marL="2438522" indent="0" algn="ctr">
              <a:buNone/>
              <a:defRPr sz="106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F110C-F955-48B1-AB2C-6589E45138B0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53D27-9CDB-401D-ADED-CD2DB82E1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096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F110C-F955-48B1-AB2C-6589E45138B0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53D27-9CDB-401D-ADED-CD2DB82E1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045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139826"/>
            <a:ext cx="10515600" cy="1901825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059642"/>
            <a:ext cx="10515600" cy="1000125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1pPr>
            <a:lvl2pPr marL="304815" indent="0">
              <a:buNone/>
              <a:defRPr sz="1333">
                <a:solidFill>
                  <a:schemeClr val="tx1">
                    <a:tint val="82000"/>
                  </a:schemeClr>
                </a:solidFill>
              </a:defRPr>
            </a:lvl2pPr>
            <a:lvl3pPr marL="60963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3pPr>
            <a:lvl4pPr marL="91444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4pPr>
            <a:lvl5pPr marL="121926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5pPr>
            <a:lvl6pPr marL="152407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6pPr>
            <a:lvl7pPr marL="182889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7pPr>
            <a:lvl8pPr marL="2133707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8pPr>
            <a:lvl9pPr marL="2438522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F110C-F955-48B1-AB2C-6589E45138B0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53D27-9CDB-401D-ADED-CD2DB82E1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269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17083"/>
            <a:ext cx="518160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17083"/>
            <a:ext cx="518160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F110C-F955-48B1-AB2C-6589E45138B0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53D27-9CDB-401D-ADED-CD2DB82E1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382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43417"/>
            <a:ext cx="10515600" cy="8837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120775"/>
            <a:ext cx="5157787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670050"/>
            <a:ext cx="5157787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120775"/>
            <a:ext cx="5183188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670050"/>
            <a:ext cx="5183188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F110C-F955-48B1-AB2C-6589E45138B0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53D27-9CDB-401D-ADED-CD2DB82E1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58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F110C-F955-48B1-AB2C-6589E45138B0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53D27-9CDB-401D-ADED-CD2DB82E1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06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F110C-F955-48B1-AB2C-6589E45138B0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53D27-9CDB-401D-ADED-CD2DB82E1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503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04800"/>
            <a:ext cx="3932237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658284"/>
            <a:ext cx="6172200" cy="3249083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371600"/>
            <a:ext cx="3932237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F110C-F955-48B1-AB2C-6589E45138B0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53D27-9CDB-401D-ADED-CD2DB82E1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547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04800"/>
            <a:ext cx="3932237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658284"/>
            <a:ext cx="6172200" cy="3249083"/>
          </a:xfrm>
        </p:spPr>
        <p:txBody>
          <a:bodyPr anchor="t"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371600"/>
            <a:ext cx="3932237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F110C-F955-48B1-AB2C-6589E45138B0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53D27-9CDB-401D-ADED-CD2DB82E1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251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F110C-F955-48B1-AB2C-6589E45138B0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53D27-9CDB-401D-ADED-CD2DB82E1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428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43417"/>
            <a:ext cx="2628900" cy="38745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43417"/>
            <a:ext cx="7734300" cy="387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F110C-F955-48B1-AB2C-6589E45138B0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53D27-9CDB-401D-ADED-CD2DB82E1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117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43417"/>
            <a:ext cx="1051560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17083"/>
            <a:ext cx="1051560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4237567"/>
            <a:ext cx="27432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7F110C-F955-48B1-AB2C-6589E45138B0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4237567"/>
            <a:ext cx="41148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4237567"/>
            <a:ext cx="27432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353D27-9CDB-401D-ADED-CD2DB82E1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11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9630" rtl="0" eaLnBrk="1" latinLnBrk="0" hangingPunct="1">
        <a:lnSpc>
          <a:spcPct val="90000"/>
        </a:lnSpc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408" indent="-152408" algn="l" defTabSz="60963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9538A48-D206-A669-5D3E-A34109B6F92F}"/>
              </a:ext>
            </a:extLst>
          </p:cNvPr>
          <p:cNvSpPr/>
          <p:nvPr/>
        </p:nvSpPr>
        <p:spPr>
          <a:xfrm>
            <a:off x="143703" y="78657"/>
            <a:ext cx="530942" cy="37362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862938D-1A5E-F844-D93F-5F5B67EE7091}"/>
              </a:ext>
            </a:extLst>
          </p:cNvPr>
          <p:cNvSpPr/>
          <p:nvPr/>
        </p:nvSpPr>
        <p:spPr>
          <a:xfrm>
            <a:off x="6328194" y="78657"/>
            <a:ext cx="530942" cy="37362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135F7A5-5233-02F3-C999-4E3464AFB7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9174" y="457200"/>
            <a:ext cx="5486400" cy="41148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C5DAFB06-090A-8572-2193-2305F2C3AD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93665" y="457200"/>
            <a:ext cx="54864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23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</TotalTime>
  <Words>2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nasrin</dc:creator>
  <cp:lastModifiedBy>nasrin</cp:lastModifiedBy>
  <cp:revision>2</cp:revision>
  <dcterms:created xsi:type="dcterms:W3CDTF">2026-07-04T07:08:25Z</dcterms:created>
  <dcterms:modified xsi:type="dcterms:W3CDTF">2026-08-08T14:41:23Z</dcterms:modified>
</cp:coreProperties>
</file>